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4206240"/>
            <a:ext cx="3931920" cy="2011680"/>
          </a:xfrm>
          <a:prstGeom prst="arc">
            <a:avLst/>
          </a:prstGeom>
          <a:solidFill>
            <a:srgbClr val="6BCBFF">
              <a:alpha val="0"/>
            </a:srgbClr>
          </a:solidFill>
          <a:ln w="12700">
            <a:solidFill>
              <a:srgbClr val="6BC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C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2026年广东省大学生计算机设计大赛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本科赛道赛题说明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关键信息提炼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6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一份面向答辩与项目推进的简洁版摘要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3749040"/>
            <a:ext cx="2377440" cy="512064"/>
          </a:xfrm>
          <a:prstGeom prst="roundRect">
            <a:avLst>
              <a:gd name="adj" fmla="val 10714"/>
            </a:avLst>
          </a:prstGeom>
          <a:solidFill>
            <a:srgbClr val="F5B700"/>
          </a:solidFill>
          <a:ln w="12700">
            <a:solidFill>
              <a:srgbClr val="F5B7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87705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44398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 / 证据 / 决策 / 后续步骤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61722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0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信息来源：原始 PDF《2026年广东省大学生计算机设计大赛-本科赛道赛题说明》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核心叙事：评委要看到的不是“会聊天”，而是“能落地”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67665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621792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赛题要求以成熟大模型为“智能大脑”，结合 RAG、工具调用、智能体工作流，做出一个可运行的产业或教育智能体原型。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方向只需四选一：服装、珠宝、时尚潮玩、教育；关键不是覆盖面大，而是切入点真实、痛点清晰、价值明确。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交付目标不是论文式概念验证，而是完整系统：后端服务、前端交互、知识库、工具接入、可现场演示。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这意味着答辩叙事应从“场景痛点 -&gt; 方案架构 -&gt; 核心能力 -&gt; 演示结果 -&gt; 价值闭环”展开。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463040"/>
            <a:ext cx="3886200" cy="4389120"/>
          </a:xfrm>
          <a:prstGeom prst="roundRect">
            <a:avLst>
              <a:gd name="adj" fmla="val 1412"/>
            </a:avLst>
          </a:prstGeom>
          <a:solidFill>
            <a:srgbClr val="F4F8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82128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一句话理解赛题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0" y="2468880"/>
            <a:ext cx="32004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选一个真实场景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做一个可运行智能体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并用清晰证据证明它值得做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7356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73568" y="46817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真实痛点 / 完整架构 / RAG / 工具调用 / 稳定演示 / 价值证明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6272784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依据：赛题内容、任务要求、发布要求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硬性要求：方案边界清晰，交付项必须一次配齐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" y="15087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F6BF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9D2DE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673352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4选1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18013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方向范围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 / 珠宝 / 潮玩 / 教育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15087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A9D6F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9D2D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72384" y="1673352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A9D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必须有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035808" y="2167128"/>
            <a:ext cx="18013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能力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领域知识库 + 检索增强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02352" y="15087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454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9D2DE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673352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至少1种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230368" y="2167128"/>
            <a:ext cx="18013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工具或 API 调用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进入推理与决策流程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96912" y="15087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5B70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9D2DE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61504" y="1673352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B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Demo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424928" y="2167128"/>
            <a:ext cx="18013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 + 前端交互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支持现场演示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91472" y="150876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7324D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9D2DE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56064" y="1673352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5项提交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619488" y="2167128"/>
            <a:ext cx="180136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概要表 / 报告 / 视频 / PPT / 代码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" y="315468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56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推荐答辩里的“最低合规说明”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47548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为什么选择这个具体场景，而不是更泛的方向。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知识库从哪里来，如何组织，RAG 如何参与回答。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接了什么工具，解决了哪一步决策或执行问题。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系统如何部署、如何稳定运行、如何演示闭环。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27648" y="3154680"/>
            <a:ext cx="5148072" cy="2331720"/>
          </a:xfrm>
          <a:prstGeom prst="roundRect">
            <a:avLst>
              <a:gd name="adj" fmla="val 2353"/>
            </a:avLst>
          </a:prstGeom>
          <a:solidFill>
            <a:srgbClr val="FFF9E8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34564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提交清单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37960" y="3840480"/>
            <a:ext cx="43891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作品信息概要表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智能体原型项目报告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分钟以内演示视频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 PPT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可运行代码与清晰 README.md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" y="6272784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依据：2.2 作品提交要求、3.2 任务要求、3.4 发布要求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A9D6F"/>
          </a:solidFill>
          <a:ln w="12700">
            <a:solidFill>
              <a:srgbClr val="2A9D6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评分证据：现场胜负主要由场景与方案决定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600200"/>
            <a:ext cx="3657600" cy="42976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评分结构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8992" y="24231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248716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2487168"/>
            <a:ext cx="1645920" cy="310896"/>
          </a:xfrm>
          <a:prstGeom prst="roundRect">
            <a:avLst>
              <a:gd name="adj" fmla="val 8824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834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场景与方案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33832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9D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344728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3447288"/>
            <a:ext cx="1645920" cy="310896"/>
          </a:xfrm>
          <a:prstGeom prst="roundRect">
            <a:avLst>
              <a:gd name="adj" fmla="val 8824"/>
            </a:avLst>
          </a:prstGeom>
          <a:solidFill>
            <a:srgbClr val="2A9D6F"/>
          </a:solidFill>
          <a:ln w="12700">
            <a:solidFill>
              <a:srgbClr val="2A9D6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7947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技术与创新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28800" y="4407408"/>
            <a:ext cx="320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40280" y="4407408"/>
            <a:ext cx="1645920" cy="310896"/>
          </a:xfrm>
          <a:prstGeom prst="roundRect">
            <a:avLst>
              <a:gd name="adj" fmla="val 8824"/>
            </a:avLst>
          </a:prstGeom>
          <a:solidFill>
            <a:srgbClr val="F5B700"/>
          </a:solidFill>
          <a:ln w="12700">
            <a:solidFill>
              <a:srgbClr val="F5B7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754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文档与呈现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257800"/>
            <a:ext cx="2926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结论：先把场景定义、价值主张、架构合理性讲透，再放大技术亮点。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1600200"/>
            <a:ext cx="6766560" cy="4297680"/>
          </a:xfrm>
          <a:prstGeom prst="roundRect">
            <a:avLst>
              <a:gd name="adj" fmla="val 1277"/>
            </a:avLst>
          </a:prstGeom>
          <a:solidFill>
            <a:srgbClr val="F2FBF7"/>
          </a:solidFill>
          <a:ln w="12700">
            <a:solidFill>
              <a:srgbClr val="2A9D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评委真正会问的 6 个问题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010912" y="2331720"/>
            <a:ext cx="589788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这个痛点是否真实、具体、有代表性？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你们的方案为什么比普通问答机器人更有价值？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架构模块是否完整，技术选型是否有理由？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交互流程是否顺畅，Demo 是否稳定可信？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有没有超出基础要求的创新或工程巧思？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PPT、报告、视频、现场陈述是否形成同一套逻辑？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" y="6272784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依据：第四部分评分规则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关键决策：团队应尽快拍板的 4 件事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600200"/>
            <a:ext cx="2148840" cy="40233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647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1783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选哪个方向与场景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181051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优先选“痛点强、数据可得、Demo 易闭环”的细分场景，而不是追求大而全。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39312" y="1600200"/>
            <a:ext cx="2148840" cy="40233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17647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03904" y="2075688"/>
            <a:ext cx="1783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的知识来源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803904" y="2926080"/>
            <a:ext cx="181051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尽早确定行业资料、自建文档、FAQ、政策/课程资料等，避免后期知识库空心化。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28816" y="1600200"/>
            <a:ext cx="2148840" cy="40233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7647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93408" y="2075688"/>
            <a:ext cx="1783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工具调用放在哪一步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693408" y="2926080"/>
            <a:ext cx="181051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工具要服务于“决策或执行”，例如检索、分析、生成、查询、推荐，而非只做噱头。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418320" y="1600200"/>
            <a:ext cx="2148840" cy="40233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82912" y="17647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82912" y="2075688"/>
            <a:ext cx="1783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答辩主证据是什么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582912" y="2926080"/>
            <a:ext cx="1810512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至少准备一个可量化或可观测的结果：准确性、效率、转化、流程缩短、体验提升。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" y="6272784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这些决策将直接影响场景定义、架构完整性、创新亮点与最终答辩表现。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BCBFF"/>
          </a:solidFill>
          <a:ln w="12700">
            <a:solidFill>
              <a:srgbClr val="6BC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后续步骤：按评分逻辑倒推项目推进节奏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10149840" cy="0"/>
          </a:xfrm>
          <a:prstGeom prst="line">
            <a:avLst/>
          </a:prstGeom>
          <a:noFill/>
          <a:ln w="12700">
            <a:solidFill>
              <a:srgbClr val="1732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2461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7004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37124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4023360"/>
            <a:ext cx="12070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锁定方向、痛点、价值主张与核心用户。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80360" y="32461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67004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37124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搭框架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41448" y="4023360"/>
            <a:ext cx="12070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完成大模型、RAG、工具调用与前后端骨架。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246120"/>
            <a:ext cx="329184" cy="329184"/>
          </a:xfrm>
          <a:prstGeom prst="ellipse">
            <a:avLst/>
          </a:prstGeom>
          <a:solidFill>
            <a:srgbClr val="F5B700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67004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44568" y="37124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做闭环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07408" y="4023360"/>
            <a:ext cx="12070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打通最小可演示流程，形成一个稳定用例。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32461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267004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10528" y="37124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补证据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3368" y="4023360"/>
            <a:ext cx="12070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准备测试、效果对比、截图、视频素材与报告图表。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78240" y="324612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13648" y="2670048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76488" y="37124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磨答辩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39328" y="4023360"/>
            <a:ext cx="120700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PPT、视频、报告、README 与现场 Demo 口径。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1234440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490472"/>
            <a:ext cx="9784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时间提醒：官方说明写明初赛在 2026 年 4 月、决赛暂定 2026 年 5 月；上传截止日期以官网通知为准。另有 2026 年 3 月 31 日（暂定）产业园参观安排，填报截至 3 月 29 日。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" y="6272784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依据：第六、七部分竞赛安排与支持信息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389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一页带走：答辩 PPT 应该讲什么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10972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74520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65960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19110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911096"/>
            <a:ext cx="8183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用一个真实、具体、有代表性的场景开场。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2532888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F5B700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624328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19072" y="256946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2569464"/>
            <a:ext cx="8183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说明角色设定、知识库、工具、工作流与前后端架构。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1560" y="3191256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282696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19072" y="32278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3227832"/>
            <a:ext cx="8183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展示一条稳定闭环，而不是泛泛展示多个零散功能。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849624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F5B700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941064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19072" y="38862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0" y="3886200"/>
            <a:ext cx="8183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给出效果、效率、准确性或用户价值的证据。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51560" y="4507992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599432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19072" y="45445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743200" y="4544568"/>
            <a:ext cx="8183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突出超出基础要求的亮点，例如工作流、多模态、自研工具。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51560" y="5166360"/>
            <a:ext cx="475488" cy="384048"/>
          </a:xfrm>
          <a:prstGeom prst="roundRect">
            <a:avLst>
              <a:gd name="adj" fmla="val 11905"/>
            </a:avLst>
          </a:prstGeom>
          <a:solidFill>
            <a:srgbClr val="F5B700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257800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19072" y="52029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43200" y="5202936"/>
            <a:ext cx="8183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说明部署方式、README、代码结构与现场可复现性。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1792" y="6272784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这份演示稿适合作为赛题理解版摘要，也可直接作为团队启动会材料。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2026广东省大学生计算机设计大赛赛题关键信息提炼</dc:title>
  <dc:subject>2026年广东省大学生计算机设计大赛赛题说明提炼</dc:subject>
  <dc:creator>OpenAI Codex</dc:creator>
  <cp:lastModifiedBy>OpenAI Codex</cp:lastModifiedBy>
  <cp:revision>1</cp:revision>
  <dcterms:created xsi:type="dcterms:W3CDTF">2026-04-22T08:04:24Z</dcterms:created>
  <dcterms:modified xsi:type="dcterms:W3CDTF">2026-04-22T08:04:24Z</dcterms:modified>
</cp:coreProperties>
</file>